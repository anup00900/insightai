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0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426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E6D5B2-C85D-0FD6-74EF-853032829E7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49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7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4DEE4-867D-9037-7F42-BA1DE6C33AA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6318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7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CONFIDENTIAL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Realtime Interaction Coach (AEI-style)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enhancement plan inspired by Simpleem: multimodal + outcome prediction + coaching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72800" cy="1325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Goal: impress with a demo that feels “live” and measurable (rapport, risk, next-best-action).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Tech: Core42 Compass APIs (Realtime + Transcription + Chat + Embeddings) + open-source signal extractors.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Output: manager-ready storyboard, feature set, architecture, and security posture.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640080" y="652881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deck • Do not distribute externally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Simpleem is selling (signals → outcomes)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 to mirror (and where we can differentiate)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868680" y="20848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product idea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Artificial Emotional Intelligence (AEI): translate video + audio + text into actionable insights.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red flags / opportunities; generate a “success score” linked to business outcomes.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Integrations: connect with video conferencing + CRM; learn from labeled outcomes.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Positioning: text-only conversation intelligence “loses context”; multimodal signals matter.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1097280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868680" y="491947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 for our POC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39496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Simpleem states it primarily delivers post-meeting analysis to avoid disruption.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can “wow” with realtime coaching + a clean post-meeting report.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640080" y="652881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Simpleem product pages &amp; FAQ (AEI, Sales/HR, workflow, post-analysis)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POC: “AI Coach” that feels realtime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Multimodal, explainable, and enterprise-ready by design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868680" y="20848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promise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Live: transcript + talk-time + engagement/rapport meter + “next best question” prompts.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After call: highlights (key moments), risks, opportunities, follow-up email, and a success score with explanations.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 view: compare calls, build benchmarks, and learn what behaviors correlate with outcomes.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1097280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868680" y="455371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Differentiators to emphasize to a manager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Realtime capability via Core42 Realtime API (WebSocket) + low-latency UI.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Arabic/English friendly models (e.g., JAIS / multilingual stacks) + regional sovereignty options.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Explainability-first: show “why” a score changed (top signals), not just a number.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Privacy controls: minimal retention, opt-in capture, and configurable redaction.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640080" y="652881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the story on one use case (Sales call OR HR interview) for maximum clarity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POC demo storyboard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6–8 minute flow that lands “impact” fast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7280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914400" y="2212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Start meeting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22128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 sample video call (or recorded meeting) inside the POC dashboard.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89504"/>
            <a:ext cx="10972800" cy="685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914400" y="2999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Realtime overlay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6080" y="29992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live transcript, speaker turns, engagement/rapport, and prompts.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675888"/>
            <a:ext cx="1097280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914400" y="37856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Key moments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3785616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a timeline marker (objection / excitement / confusion) to replay the clip.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62272"/>
            <a:ext cx="10972800" cy="685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Outcome score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success probability + top 5 drivers (explainable signals).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248656"/>
            <a:ext cx="1097280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914400" y="5358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Action pack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5358384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Auto-generate follow-up email + next steps + CRM note.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6035040"/>
            <a:ext cx="10972800" cy="685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914400" y="6144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6) Team insights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926080" y="61447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how top performers differ (benchmarks, patterns) and what to coach.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640080" y="652881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use a 2–3 minute scripted call with obvious “moments” so the AI highlights are undeniable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set to implement in the POC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for “wow” in a demo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988820"/>
            <a:ext cx="3703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70332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 (wow factor)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32461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Live transcript (streaming)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Speaker turns + talk-time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Engagement/rapport meter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Objection / confusion flags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Next-best-question prompts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17720" y="2011680"/>
            <a:ext cx="3703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4617720" y="2011680"/>
            <a:ext cx="370332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4800600" y="212140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Post-call (credibility)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651760"/>
            <a:ext cx="32461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Highlights timeline (key moments)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Success score + explanations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Pain points &amp; objections list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Action items + follow-up email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Coaching notes (what to improve)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95360" y="2011680"/>
            <a:ext cx="3703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8595360" y="2011680"/>
            <a:ext cx="370332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8778240" y="212140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(manager comfort)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23960" y="2651760"/>
            <a:ext cx="32461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Consent banner + recording indicator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PII redaction (names, emails)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Encryption in transit / at rest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Role-based access &amp; audit log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CRM export (mock Salesforce/HubSpot)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640080" y="652881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scoring simple in POC (rule-based + lightweight ML) and make the “explanations” great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architecture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 pipeline + multimodal signals + LLM reasoning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20240" cy="1051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731520" y="2395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WebRTC / Recording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(Zoom/Teams/Meet)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2816352"/>
            <a:ext cx="59436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2743200" y="2286000"/>
            <a:ext cx="1920240" cy="1051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2834640" y="2395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Stream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PCM16 chunks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(low latency)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816352"/>
            <a:ext cx="59436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4846320" y="2286000"/>
            <a:ext cx="1920240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4937760" y="2395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Core42 Realtime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wss://…/v1/realtime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 + prompts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2816352"/>
            <a:ext cx="59436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6949440" y="2286000"/>
            <a:ext cx="1920240" cy="1051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7040880" y="2395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Fusion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metrics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cues + text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2816352"/>
            <a:ext cx="59436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9052560" y="2286000"/>
            <a:ext cx="1920240" cy="1051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9144000" y="2395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 &amp; Actions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recommendations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840480"/>
            <a:ext cx="1097280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868680" y="39136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Core42 APIs used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438912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Realtime WebSocket for live audio/text interaction.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Transcription endpoint for post-call / chunked audio processing.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Chat Completions for summaries, coaching, and explanations.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Embeddings for “playbook RAG” (company scripts, policies, FAQ).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640080" y="652881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choice: keep raw video local; send only derived features upstream when possible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&amp; Responsible AI (manager reassurance)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POC safe to show in an enterprise setting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868680" y="20848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controls (baseline)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Encryption in transit (TLS) + encryption at rest for stored artifacts.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Least-privilege access + role-based permissions.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Short retention by default; easy delete; audit log of access.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Secrets management (API keys stored in vault / environment, never client-side).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1097280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868680" y="455371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AI controls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Consent-first UI: clear “recording &amp; analysis” indicator; opt-out options.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Bias guardrails: avoid using “emotion labels” as hiring decisions; treat as coaching signals.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Explainability: show evidence (timestamps, quotes) for any recommendation or score.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Calibration per-person: baseline each speaker to reduce false “stress/anger” spikes.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640080" y="652881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Mirror Simpleem-style security messaging but keep governance explicit and auditable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iteratively: demo-first, then accuracy, then integration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1417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914400" y="217627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— Demo-ready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51460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Realtime transcript + talk-time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Basic rapport/engagement meter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Prompted “next best action”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Post-call summary + email draft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97280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914400" y="382219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— Outcome 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16052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Success score calibration with labels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Explainable drivers dashboard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Benchmarking top performers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Playbook RAG (org knowledge)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303520"/>
            <a:ext cx="1097280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914400" y="546811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— Productization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580644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VCS integrations (Zoom/Teams)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CRM writeback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Security hardening + audit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monitoring &amp; evaluation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40080" y="652881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ship something impressive first, then invest in labeling + evaluation to earn trust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Core42 Compass endpoints used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 proof this is buildable with your API key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868680" y="20848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endpoints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 models: GET https://api.core42.ai/v1/models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Chat: POST https://api.core42.ai/v1/chat/completions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Transcription: POST https://api.core42.ai/v1/audio/transcriptions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Embeddings: POST https://api.core42.ai/v1/embeddings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097280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868680" y="43708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 (WebSocket)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8463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Connect: wss://api.core42.ai/v1/realtime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Key events: session.update, input_audio_buffer.append, input_audio_buffer.commit, response.create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989320"/>
            <a:ext cx="1097280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914400" y="614476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 for demo: use the Realtime API to generate “live coaching prompts” every ~10–20 seconds, not every word.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640080" y="652881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Core42 Compass documentation (API Reference + Realtime + Models)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1264</Words>
  <Application>Microsoft Macintosh PowerPoint</Application>
  <PresentationFormat>Widescreen</PresentationFormat>
  <Paragraphs>140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Realtime AEI Interaction Coach – POC Enhancements</dc:title>
  <dc:subject>Realtime Interaction Intelligence POC</dc:subject>
  <dc:creator>POC Team</dc:creator>
  <cp:lastModifiedBy>Anup Roy</cp:lastModifiedBy>
  <cp:revision>2</cp:revision>
  <dcterms:created xsi:type="dcterms:W3CDTF">2026-02-19T06:27:20Z</dcterms:created>
  <dcterms:modified xsi:type="dcterms:W3CDTF">2026-02-19T06:50:13Z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9aa4e0f-9159-4661-8579-6d6aa60a2d74_Enabled">
    <vt:lpwstr>true</vt:lpwstr>
  </property>
  <property fmtid="{D5CDD505-2E9C-101B-9397-08002B2CF9AE}" pid="3" name="MSIP_Label_59aa4e0f-9159-4661-8579-6d6aa60a2d74_SetDate">
    <vt:lpwstr>2026-02-19T06:49:09Z</vt:lpwstr>
  </property>
  <property fmtid="{D5CDD505-2E9C-101B-9397-08002B2CF9AE}" pid="4" name="MSIP_Label_59aa4e0f-9159-4661-8579-6d6aa60a2d74_Method">
    <vt:lpwstr>Standard</vt:lpwstr>
  </property>
  <property fmtid="{D5CDD505-2E9C-101B-9397-08002B2CF9AE}" pid="5" name="MSIP_Label_59aa4e0f-9159-4661-8579-6d6aa60a2d74_Name">
    <vt:lpwstr>Confidential-Core42</vt:lpwstr>
  </property>
  <property fmtid="{D5CDD505-2E9C-101B-9397-08002B2CF9AE}" pid="6" name="MSIP_Label_59aa4e0f-9159-4661-8579-6d6aa60a2d74_SiteId">
    <vt:lpwstr>62974d97-13b6-40c9-8576-f1ab2905b6cf</vt:lpwstr>
  </property>
  <property fmtid="{D5CDD505-2E9C-101B-9397-08002B2CF9AE}" pid="7" name="MSIP_Label_59aa4e0f-9159-4661-8579-6d6aa60a2d74_ActionId">
    <vt:lpwstr>b53a058c-2e38-4548-823a-15a7b9085385</vt:lpwstr>
  </property>
  <property fmtid="{D5CDD505-2E9C-101B-9397-08002B2CF9AE}" pid="8" name="MSIP_Label_59aa4e0f-9159-4661-8579-6d6aa60a2d74_ContentBits">
    <vt:lpwstr>3</vt:lpwstr>
  </property>
  <property fmtid="{D5CDD505-2E9C-101B-9397-08002B2CF9AE}" pid="9" name="MSIP_Label_59aa4e0f-9159-4661-8579-6d6aa60a2d74_Tag">
    <vt:lpwstr>50, 1, 2, 1</vt:lpwstr>
  </property>
  <property fmtid="{D5CDD505-2E9C-101B-9397-08002B2CF9AE}" pid="10" name="ClassificationContentMarkingFooterLocations">
    <vt:lpwstr>Office Theme:5</vt:lpwstr>
  </property>
  <property fmtid="{D5CDD505-2E9C-101B-9397-08002B2CF9AE}" pid="11" name="ClassificationContentMarkingFooterText">
    <vt:lpwstr>CONFIDENTIAL </vt:lpwstr>
  </property>
  <property fmtid="{D5CDD505-2E9C-101B-9397-08002B2CF9AE}" pid="12" name="ClassificationContentMarkingHeaderLocations">
    <vt:lpwstr>Office Theme:4</vt:lpwstr>
  </property>
  <property fmtid="{D5CDD505-2E9C-101B-9397-08002B2CF9AE}" pid="13" name="ClassificationContentMarkingHeaderText">
    <vt:lpwstr> </vt:lpwstr>
  </property>
</Properties>
</file>